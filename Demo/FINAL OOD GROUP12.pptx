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29"/>
  </p:notesMasterIdLst>
  <p:sldIdLst>
    <p:sldId id="256" r:id="rId2"/>
    <p:sldId id="257" r:id="rId3"/>
    <p:sldId id="259" r:id="rId4"/>
    <p:sldId id="260" r:id="rId5"/>
    <p:sldId id="269" r:id="rId6"/>
    <p:sldId id="270" r:id="rId7"/>
    <p:sldId id="271" r:id="rId8"/>
    <p:sldId id="272" r:id="rId9"/>
    <p:sldId id="273" r:id="rId10"/>
    <p:sldId id="274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75" r:id="rId27"/>
    <p:sldId id="267" r:id="rId28"/>
  </p:sldIdLst>
  <p:sldSz cx="10693400" cy="7556500"/>
  <p:notesSz cx="10693400" cy="75565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041" y="4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:notes"/>
          <p:cNvSpPr txBox="1">
            <a:spLocks noGrp="1"/>
          </p:cNvSpPr>
          <p:nvPr>
            <p:ph type="body" idx="1"/>
          </p:nvPr>
        </p:nvSpPr>
        <p:spPr>
          <a:xfrm>
            <a:off x="1069325" y="3589325"/>
            <a:ext cx="8554700" cy="3400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82575" y="566725"/>
            <a:ext cx="7129275" cy="28336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obj">
  <p:cSld name="OBJECT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0700" y="1054100"/>
            <a:ext cx="96520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806477" y="1966400"/>
            <a:ext cx="8035290" cy="205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806477" y="4241343"/>
            <a:ext cx="4411980" cy="76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1585925" y="1458256"/>
            <a:ext cx="5057775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1585925" y="1458256"/>
            <a:ext cx="5057775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1248991" y="2827777"/>
            <a:ext cx="8159750" cy="261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1585925" y="1458256"/>
            <a:ext cx="5057775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0700" y="1054100"/>
            <a:ext cx="96520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1585925" y="1458256"/>
            <a:ext cx="5057775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248991" y="2827777"/>
            <a:ext cx="8159750" cy="2610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ctrTitle"/>
          </p:nvPr>
        </p:nvSpPr>
        <p:spPr>
          <a:xfrm>
            <a:off x="806477" y="1966400"/>
            <a:ext cx="8035290" cy="205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200" rIns="0" bIns="0" anchor="t" anchorCtr="0">
            <a:spAutoFit/>
          </a:bodyPr>
          <a:lstStyle/>
          <a:p>
            <a:pPr marL="12700" marR="5080" lvl="0" indent="0" algn="l" rtl="0">
              <a:lnSpc>
                <a:spcPct val="91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/>
              <a:t>RentIt: Smart Rental Platform with GenAI Concierge Chatbot</a:t>
            </a:r>
            <a:endParaRPr sz="4700"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"/>
          </p:nvPr>
        </p:nvSpPr>
        <p:spPr>
          <a:xfrm>
            <a:off x="806477" y="4241343"/>
            <a:ext cx="4411980" cy="76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545465" marR="5080" lvl="0" indent="-533400" algn="l" rtl="0">
              <a:lnSpc>
                <a:spcPct val="127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BY – PREETAM VALLABHANENI HARISHITHA CHOWDARY ALAPATI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00" y="1054100"/>
            <a:ext cx="96520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8"/>
          <p:cNvSpPr txBox="1"/>
          <p:nvPr/>
        </p:nvSpPr>
        <p:spPr>
          <a:xfrm>
            <a:off x="1130612" y="2528465"/>
            <a:ext cx="8766810" cy="308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450" rIns="0" bIns="0" anchor="t" anchorCtr="0">
            <a:spAutoFit/>
          </a:bodyPr>
          <a:lstStyle/>
          <a:p>
            <a:pPr marL="12700" marR="5080" lvl="0" indent="0" algn="l" rtl="0">
              <a:lnSpc>
                <a:spcPct val="92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RentIt is an object-oriented rental marketplace that lets users list and rent both properties (apartments/houses) and equipment (bikes, cars, tools, etc.) in a single platform. Hosts create listings, set pricing, and manage availability, while renters search and filter inventory, chat with a GenAI concierge for personalized recommendations and FAQs, and complete bookings through a simple payment prototype. The system focuses on core end-to-end rental workflows—listing management, discovery, booking, availability control, and confirmations—delivered as an operational prototype suitable for desktop or mobile deployment.</a:t>
            </a:r>
            <a:endParaRPr sz="21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585925" y="1458256"/>
            <a:ext cx="5057775" cy="758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Case Diagram</a:t>
            </a:r>
            <a:endParaRPr/>
          </a:p>
        </p:txBody>
      </p:sp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6213" y="2436418"/>
            <a:ext cx="9021737" cy="3775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00" y="1054100"/>
            <a:ext cx="96520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1"/>
          <p:cNvSpPr txBox="1"/>
          <p:nvPr/>
        </p:nvSpPr>
        <p:spPr>
          <a:xfrm>
            <a:off x="1822373" y="2067779"/>
            <a:ext cx="3407410" cy="284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there are </a:t>
            </a: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6 use cases</a:t>
            </a:r>
            <a:r>
              <a:rPr lang="en-US" sz="1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. They are:</a:t>
            </a: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  <a:p>
            <a:pPr marL="374015" lvl="0" indent="-361315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rebuchet MS"/>
              <a:buAutoNum type="arabicPeriod"/>
            </a:pP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Chat with GenAI Concierge</a:t>
            </a:r>
            <a:endParaRPr sz="1850">
              <a:latin typeface="Trebuchet MS"/>
              <a:ea typeface="Trebuchet MS"/>
              <a:cs typeface="Trebuchet MS"/>
              <a:sym typeface="Trebuchet MS"/>
            </a:endParaRPr>
          </a:p>
          <a:p>
            <a:pPr marL="374015" lvl="0" indent="-361315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rebuchet MS"/>
              <a:buAutoNum type="arabicPeriod"/>
            </a:pP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Search &amp; Filter Listings</a:t>
            </a:r>
            <a:endParaRPr sz="1850">
              <a:latin typeface="Trebuchet MS"/>
              <a:ea typeface="Trebuchet MS"/>
              <a:cs typeface="Trebuchet MS"/>
              <a:sym typeface="Trebuchet MS"/>
            </a:endParaRPr>
          </a:p>
          <a:p>
            <a:pPr marL="374015" lvl="0" indent="-361315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rebuchet MS"/>
              <a:buAutoNum type="arabicPeriod"/>
            </a:pP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Request Booking</a:t>
            </a:r>
            <a:endParaRPr sz="1850">
              <a:latin typeface="Trebuchet MS"/>
              <a:ea typeface="Trebuchet MS"/>
              <a:cs typeface="Trebuchet MS"/>
              <a:sym typeface="Trebuchet MS"/>
            </a:endParaRPr>
          </a:p>
          <a:p>
            <a:pPr marL="374015" lvl="0" indent="-361315" algn="l" rtl="0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rebuchet MS"/>
              <a:buAutoNum type="arabicPeriod"/>
            </a:pP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Make Payment (Prototype)</a:t>
            </a:r>
            <a:endParaRPr sz="1850">
              <a:latin typeface="Trebuchet MS"/>
              <a:ea typeface="Trebuchet MS"/>
              <a:cs typeface="Trebuchet MS"/>
              <a:sym typeface="Trebuchet MS"/>
            </a:endParaRPr>
          </a:p>
          <a:p>
            <a:pPr marL="374015" lvl="0" indent="-361315" algn="l" rtl="0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rebuchet MS"/>
              <a:buAutoNum type="arabicPeriod"/>
            </a:pP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Manage Availability</a:t>
            </a:r>
            <a:endParaRPr sz="1850">
              <a:latin typeface="Trebuchet MS"/>
              <a:ea typeface="Trebuchet MS"/>
              <a:cs typeface="Trebuchet MS"/>
              <a:sym typeface="Trebuchet MS"/>
            </a:endParaRPr>
          </a:p>
          <a:p>
            <a:pPr marL="374015" lvl="0" indent="-361315" algn="l" rtl="0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FFFFFF"/>
              </a:buClr>
              <a:buSzPts val="1850"/>
              <a:buFont typeface="Trebuchet MS"/>
              <a:buAutoNum type="arabicPeriod"/>
            </a:pPr>
            <a:r>
              <a:rPr lang="en-US" sz="185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Manage Listings</a:t>
            </a:r>
            <a:endParaRPr sz="18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39269A-C42F-C15A-EE4F-0EEE7A186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87" y="935037"/>
            <a:ext cx="101060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5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BF54A3-F917-7E07-3354-E2C0BE7AE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90" y="935037"/>
            <a:ext cx="9803567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6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AA5ECD-BB0D-38F7-0E51-963F87E13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84" y="439737"/>
            <a:ext cx="10268262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91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B9D30A-558C-7BAC-02C6-0C8C06F5E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54" y="439737"/>
            <a:ext cx="9960964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3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227194-D8E1-CED3-92B1-2F9BB2FFB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5" y="715962"/>
            <a:ext cx="9788577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86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47CDF1-469B-CE5B-D1D1-21B9DBBE1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28" y="921895"/>
            <a:ext cx="9945974" cy="563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1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31CE-66A7-1022-76E5-CAF930FE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45A684-39D4-32F2-140F-4304C1E6F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155"/>
            <a:ext cx="10693400" cy="6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285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9;p13">
            <a:extLst>
              <a:ext uri="{FF2B5EF4-FFF2-40B4-BE49-F238E27FC236}">
                <a16:creationId xmlns:a16="http://schemas.microsoft.com/office/drawing/2014/main" id="{CC3EAB92-1167-8D3D-B9ED-CD45917C91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0700" y="1054100"/>
            <a:ext cx="9652000" cy="543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4511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4">
            <a:extLst>
              <a:ext uri="{FF2B5EF4-FFF2-40B4-BE49-F238E27FC236}">
                <a16:creationId xmlns:a16="http://schemas.microsoft.com/office/drawing/2014/main" id="{B088DE92-FE8E-8D36-1F43-BE089407F65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34715" y="884421"/>
            <a:ext cx="9968459" cy="57862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69582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9;p15">
            <a:extLst>
              <a:ext uri="{FF2B5EF4-FFF2-40B4-BE49-F238E27FC236}">
                <a16:creationId xmlns:a16="http://schemas.microsoft.com/office/drawing/2014/main" id="{2B936A28-A676-0BFC-12E5-D4E298FA1B1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2210" y="1064303"/>
            <a:ext cx="9803567" cy="54938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0005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4;p16">
            <a:extLst>
              <a:ext uri="{FF2B5EF4-FFF2-40B4-BE49-F238E27FC236}">
                <a16:creationId xmlns:a16="http://schemas.microsoft.com/office/drawing/2014/main" id="{B2D77847-B862-2138-8B41-F60461F35B7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725" y="981856"/>
            <a:ext cx="9826052" cy="56138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49545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99;p17">
            <a:extLst>
              <a:ext uri="{FF2B5EF4-FFF2-40B4-BE49-F238E27FC236}">
                <a16:creationId xmlns:a16="http://schemas.microsoft.com/office/drawing/2014/main" id="{BA915AB1-1946-3F06-86DB-07A644C4A5B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7240" y="899410"/>
            <a:ext cx="10005934" cy="5658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1254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B6D6F6-423D-513D-67BD-321631257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90" y="721151"/>
            <a:ext cx="9983449" cy="61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056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0E0EC2-9B27-0FF0-0E3B-AF0E93C7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25" y="481116"/>
            <a:ext cx="10095875" cy="659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36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34FFEA-0A76-F72E-F15D-2D9A1D120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49" y="6350"/>
            <a:ext cx="9983449" cy="704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63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1C9512-BBCF-0A0B-69EF-BEE97152D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70" y="38100"/>
            <a:ext cx="9773587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222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C1A632-04FA-3B72-06B3-930622ED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18" y="148058"/>
            <a:ext cx="10331415" cy="656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28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BBFA4AD-DF05-89E9-A2F6-4E9F2DBFC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03" y="306693"/>
            <a:ext cx="10208300" cy="624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8146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13A89DF-45D8-E4F8-90B4-A4DEB70099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577"/>
            <a:ext cx="10538085" cy="685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058F62-9445-B4D9-8C93-5D89C4FCDF43}"/>
              </a:ext>
            </a:extLst>
          </p:cNvPr>
          <p:cNvSpPr txBox="1"/>
          <p:nvPr/>
        </p:nvSpPr>
        <p:spPr>
          <a:xfrm>
            <a:off x="936885" y="742013"/>
            <a:ext cx="3511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DOMAIN MODEL</a:t>
            </a:r>
          </a:p>
        </p:txBody>
      </p:sp>
    </p:spTree>
    <p:extLst>
      <p:ext uri="{BB962C8B-B14F-4D97-AF65-F5344CB8AC3E}">
        <p14:creationId xmlns:p14="http://schemas.microsoft.com/office/powerpoint/2010/main" val="1305177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7AD6F70-D633-157E-C2D8-758141789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488" y="689548"/>
            <a:ext cx="10258425" cy="616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417E813-FCE7-7AD2-7351-EDF3830751A4}"/>
              </a:ext>
            </a:extLst>
          </p:cNvPr>
          <p:cNvSpPr txBox="1"/>
          <p:nvPr/>
        </p:nvSpPr>
        <p:spPr>
          <a:xfrm>
            <a:off x="101183" y="166328"/>
            <a:ext cx="4838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2772998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4B947DA8-8D44-A3FB-9A72-9F4E1EF75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05" y="53975"/>
            <a:ext cx="9915994" cy="744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D39EB2-AA30-9626-2ABC-48C9112D2C9C}"/>
              </a:ext>
            </a:extLst>
          </p:cNvPr>
          <p:cNvSpPr txBox="1"/>
          <p:nvPr/>
        </p:nvSpPr>
        <p:spPr>
          <a:xfrm>
            <a:off x="610849" y="239842"/>
            <a:ext cx="3548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STATE DIAGRAM</a:t>
            </a:r>
          </a:p>
        </p:txBody>
      </p:sp>
    </p:spTree>
    <p:extLst>
      <p:ext uri="{BB962C8B-B14F-4D97-AF65-F5344CB8AC3E}">
        <p14:creationId xmlns:p14="http://schemas.microsoft.com/office/powerpoint/2010/main" val="2269240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614D4E-941F-D145-DDA0-09AB06F42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954"/>
            <a:ext cx="10693400" cy="568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525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0700" y="1054100"/>
            <a:ext cx="96520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1282153" y="2945792"/>
            <a:ext cx="4140200" cy="192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2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4800">
              <a:latin typeface="Trebuchet MS"/>
              <a:ea typeface="Trebuchet MS"/>
              <a:cs typeface="Trebuchet MS"/>
              <a:sym typeface="Trebuchet MS"/>
            </a:endParaRPr>
          </a:p>
          <a:p>
            <a:pPr marL="273685" marR="5080" lvl="0" indent="-66675" algn="l" rtl="0">
              <a:lnSpc>
                <a:spcPct val="128399"/>
              </a:lnSpc>
              <a:spcBef>
                <a:spcPts val="475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-PREETAM VALLABHANENI HARISHITHA CHOWDARY ALAPATI</a:t>
            </a:r>
            <a:endParaRPr sz="1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168</Words>
  <Application>Microsoft Office PowerPoint</Application>
  <PresentationFormat>Custom</PresentationFormat>
  <Paragraphs>17</Paragraphs>
  <Slides>27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Trebuchet MS</vt:lpstr>
      <vt:lpstr>Office Theme</vt:lpstr>
      <vt:lpstr>RentIt: Smart Rental Platform with GenAI Concierge Chatbot</vt:lpstr>
      <vt:lpstr>PowerPoint Presentation</vt:lpstr>
      <vt:lpstr>Use Case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Harishitha Chowdary</dc:creator>
  <cp:lastModifiedBy>Harishitha Chowdary</cp:lastModifiedBy>
  <cp:revision>3</cp:revision>
  <dcterms:modified xsi:type="dcterms:W3CDTF">2026-04-16T15:02:28Z</dcterms:modified>
</cp:coreProperties>
</file>